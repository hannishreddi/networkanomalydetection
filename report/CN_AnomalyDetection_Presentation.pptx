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question: can a cheap, training-free statistical detector catch the network anomalies that simple volume monitors miss? The graphic shows the idea — a band of normal traffic that drifts over time, with a few anomalies breaching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not the dramatic spike — it is the stealthy scan and the protocol shift, which move little or no volume, while not firing on normal busy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framing of the whole project: we separate what each property contributes rather than claiming one method wins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injected into the simulator with ground-truth labels. The amber families — scan, protocol shift — are what separate multivariate detectors from volume monitors.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one pipeline for both data sources makes simulated and real results directly comparable. The detector step is highlighted because that is where 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controls matter for the viva: the big win turns out to be multi-feature scoring, shared by two detectors — not something unique to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gating is the contribution. Without it an earlier version let attacks inflate the baseline and went blind — the ablation shows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seed hygiene: debug seeds were discarded; the final numbers come from seeds the method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two multivariate detectors clear every single-feature baseline by a wide, significant margin, and the proposed detector raises the fewest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central, defensible claim. We do not overclaim a blanket win — adaptation wins specifically under drift, and we show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heatmap makes the mechanism visible — the win is on the two non-volumetric columns. We show the slow-ramp weakness openly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simulated finding reappears on real traffic: multivariate scoring catches the stealthy port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ablation justifies every design choice with data, including three features we removed. Lightweight holds on memory and the absence of retraining — the constraints that matter for a long-running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for the panel: cheap and multivariate beats cheap and single-feature everywhere; adaptation is the piece that keeps a long-running monitor honest under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C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C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anomaly detection in network traffic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N_Anomaly_Detection/report/deck_asset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529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9776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Network Traffic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the anomalies that volume monitors miss — with lightweight online statistics.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" y="6172200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6309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Hannish Reddi,   B. Keshav,   E. Sai Mohan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 &amp; Data Science, CBIT Hyderabad      Computer Networks (22ITC10N)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quiet anomalies are the hard ones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threshold catches a tenfold spike easily. It cannot see a port scan that moves almost no traffic, or a shift in the protocol mix that moves none at all. And on a busy but harmless flash crowd, a naive monitor cries wolf.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gap.  </a:t>
            </a:r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monitors are blind to the last two kinds. Accurate ML detectors see them, but need training, memory, and retraining.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10973" cy="374904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1764792"/>
            <a:ext cx="164592" cy="164592"/>
          </a:xfrm>
          <a:prstGeom prst="ellipse">
            <a:avLst/>
          </a:prstGeom>
          <a:solidFill>
            <a:srgbClr val="2E6E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010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/ DDoS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75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spikes — easy to see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2651760"/>
            <a:ext cx="384048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2999232"/>
            <a:ext cx="164592" cy="164592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010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destination ports, little volume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3886200"/>
            <a:ext cx="384048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4233672"/>
            <a:ext cx="164592" cy="164592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shift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544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mix changes, volume doesn't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question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</a:t>
            </a:r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training-free</a:t>
            </a:r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statistical detector catch what volume monitors miss, keep false alarms low, and stay accurate when normal traffic </a:t>
            </a:r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drifts</a:t>
            </a:r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480560"/>
            <a:ext cx="2194560" cy="27432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47548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in practice: 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that is at once lightweight, multi-feature, and robust to non-stationary traffic — and a clear account of which of those properties actually earns the detection.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Five anomaly families we detect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1664208"/>
            <a:ext cx="91440" cy="512064"/>
          </a:xfrm>
          <a:prstGeom prst="rect">
            <a:avLst/>
          </a:prstGeom>
          <a:solidFill>
            <a:srgbClr val="2E6E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surge from a few sources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368296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32888"/>
            <a:ext cx="91440" cy="512064"/>
          </a:xfrm>
          <a:prstGeom prst="rect">
            <a:avLst/>
          </a:prstGeom>
          <a:solidFill>
            <a:srgbClr val="2E6E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 flood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packets; the SYN ratio climbs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3236976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401568"/>
            <a:ext cx="91440" cy="512064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destination ports; little volume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" y="4105656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270248"/>
            <a:ext cx="91440" cy="512064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shift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share jumps; total volume stays normal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85800" y="4974336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138928"/>
            <a:ext cx="91440" cy="512064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ramp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074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growth over a long period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85800" y="6172200"/>
            <a:ext cx="128016" cy="128016"/>
          </a:xfrm>
          <a:prstGeom prst="ellipse">
            <a:avLst/>
          </a:prstGeom>
          <a:solidFill>
            <a:srgbClr val="2E6E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6108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and easy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6172200"/>
            <a:ext cx="128016" cy="128016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63240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Non-volumetric — the real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pipeline, simulated and real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61392" y="2286000"/>
            <a:ext cx="1993392" cy="1234440"/>
          </a:xfrm>
          <a:prstGeom prst="roundRect">
            <a:avLst>
              <a:gd name="adj" fmla="val 4444"/>
            </a:avLst>
          </a:prstGeom>
          <a:solidFill>
            <a:srgbClr val="F5F7F6"/>
          </a:solidFill>
          <a:ln w="12700">
            <a:solidFill>
              <a:srgbClr val="CDD4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1392" y="245059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61392" y="2926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/ packets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54784" y="228600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7F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30272" y="2286000"/>
            <a:ext cx="1993392" cy="1234440"/>
          </a:xfrm>
          <a:prstGeom prst="roundRect">
            <a:avLst>
              <a:gd name="adj" fmla="val 4444"/>
            </a:avLst>
          </a:prstGeom>
          <a:solidFill>
            <a:srgbClr val="F5F7F6"/>
          </a:solidFill>
          <a:ln w="12700">
            <a:solidFill>
              <a:srgbClr val="CDD4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30272" y="245059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630272" y="2926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 or 1-min bins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23664" y="228600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7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99152" y="2286000"/>
            <a:ext cx="1993392" cy="1234440"/>
          </a:xfrm>
          <a:prstGeom prst="roundRect">
            <a:avLst>
              <a:gd name="adj" fmla="val 4444"/>
            </a:avLst>
          </a:prstGeom>
          <a:solidFill>
            <a:srgbClr val="F5F7F6"/>
          </a:solidFill>
          <a:ln w="12700">
            <a:solidFill>
              <a:srgbClr val="CDD4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9152" y="245059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features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099152" y="2926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ratios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92544" y="228600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7F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68032" y="2286000"/>
            <a:ext cx="1993392" cy="1234440"/>
          </a:xfrm>
          <a:prstGeom prst="roundRect">
            <a:avLst>
              <a:gd name="adj" fmla="val 4444"/>
            </a:avLst>
          </a:prstGeom>
          <a:solidFill>
            <a:srgbClr val="C77400"/>
          </a:solidFill>
          <a:ln w="12700">
            <a:solidFill>
              <a:srgbClr val="C774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68032" y="245059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568032" y="2926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score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561424" y="228600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7F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36912" y="2286000"/>
            <a:ext cx="1993392" cy="1234440"/>
          </a:xfrm>
          <a:prstGeom prst="roundRect">
            <a:avLst>
              <a:gd name="adj" fmla="val 4444"/>
            </a:avLst>
          </a:prstGeom>
          <a:solidFill>
            <a:srgbClr val="F5F7F6"/>
          </a:solidFill>
          <a:ln w="12700">
            <a:solidFill>
              <a:srgbClr val="CDD4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36912" y="245059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036912" y="2926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events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06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causal pipeline runs on simulated and on real CIC-IDS2017 traffic. 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ratio features — packets-per-source and bytes-per-packet — are what expose the non-volumetric attacks.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Six detectors, one honest comparison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07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886200" y="1307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307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7223760" cy="18288"/>
          </a:xfrm>
          <a:prstGeom prst="rect">
            <a:avLst/>
          </a:prstGeom>
          <a:solidFill>
            <a:srgbClr val="1A2B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threshold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 (volume)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916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722376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2585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average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2585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 (volume)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585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825496"/>
            <a:ext cx="722376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825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 (static)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825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 (volume)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254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722376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3924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(static)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3924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959352"/>
            <a:ext cx="722376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9593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39593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9593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heavy-ML reference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4526280"/>
            <a:ext cx="722376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526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(proposed)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features, online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526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21040" y="1691640"/>
            <a:ext cx="10973" cy="393192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173736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extra detectors?
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Mahalanobis and the Isolation Forest are controls. They let us attribute every gain — to multi-feature scoring, to online adaptation, or to both — instead of simply declaring a winner.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proposed detector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estimate of the mean m and covariance S of the eight features. The score is how far a window sits from normal: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F5F7F6"/>
          </a:solidFill>
          <a:ln w="12700">
            <a:solidFill>
              <a:srgbClr val="CDD4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146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=  √ (xₜ − m)ᵀ S⁻¹ (xₜ − m) / 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gated update — the idea that makes it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365760" cy="365760"/>
          </a:xfrm>
          <a:prstGeom prst="ellipse">
            <a:avLst/>
          </a:prstGeom>
          <a:solidFill>
            <a:srgbClr val="2E6E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315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window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S update as usual — the baseline tracks slow, honest change.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5093208"/>
            <a:ext cx="365760" cy="365760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50657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window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5065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barely creeps and the covariance freezes — an attack cannot become the new normal.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321040" y="1554480"/>
            <a:ext cx="10973" cy="210312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600200"/>
            <a:ext cx="29260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191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of state — no stored history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697480"/>
            <a:ext cx="29260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288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passes required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How we tested it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095848" y="1645920"/>
            <a:ext cx="10973" cy="329184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— for ground truth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 one-second windows: a benign daily cycle, noise, and realistic flash crowds. Fourteen labelled anomaly events per trace across the five families, with an optional drift control. Tuned on development seeds; reported on 30 untouched held-out seeds.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61608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— CIC-IDS2017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61608" y="21488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labelled flow captures (checksum-verified): the Friday port-scan and DDoS traffic, aggregated to one-minute windows. The method is frozen — only the alarm threshold is calibrated on a benign period, as a deployed monitor would be.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820095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5440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 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and event metrics, 95% confidence intervals, paired Wilcoxon tests with Holm correction, and threshold-free ROC and PR on the real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Multivariate scoring wins across the board</a:t>
            </a:r>
            <a:endParaRPr lang="en-US" dirty="0"/>
          </a:p>
        </p:txBody>
      </p:sp>
      <p:pic>
        <p:nvPicPr>
          <p:cNvPr id="3" name="Image 0" descr="/home/claude/CN_Anomaly_Detection/report/deck_assets/f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6766560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737360"/>
            <a:ext cx="10973" cy="384048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21040" y="1783080"/>
            <a:ext cx="32918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0.924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526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F1 — the best of six detectors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+0.19–0.37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593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over every volume-only baseline (p &lt; 0.0001)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343400"/>
            <a:ext cx="32918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995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per 1,000 windows — the lowest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that matters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943600" cy="4480560"/>
          </a:xfrm>
          <a:prstGeom prst="roundRect">
            <a:avLst>
              <a:gd name="adj" fmla="val 1020"/>
            </a:avLst>
          </a:prstGeom>
          <a:solidFill>
            <a:srgbClr val="ECEFEF"/>
          </a:solidFill>
          <a:ln/>
        </p:spPr>
      </p:sp>
      <p:pic>
        <p:nvPicPr>
          <p:cNvPr id="4" name="Image 0" descr="/home/claude/CN_Anomaly_Detection/report/deck_assets/dri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4592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17373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7E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normal traffic drifts, the static model mis-calibrates.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7E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online detector tracks the change.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949440" y="3429000"/>
            <a:ext cx="2011680" cy="27432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3611880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+0.118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4294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DA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F1 over the best static baseline at the strongest drift (Wilcoxon p = 0.002)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5074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stationary traffic the two tie (p = 0.90). Online adaptation earns its keep only when traffic is non-stationary — the realistic case for a monitor left running for days.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the advantage comes from</a:t>
            </a:r>
            <a:endParaRPr lang="en-US" dirty="0"/>
          </a:p>
        </p:txBody>
      </p:sp>
      <p:pic>
        <p:nvPicPr>
          <p:cNvPr id="3" name="Image 0" descr="/home/claude/CN_Anomaly_Detection/report/deck_assets/per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737360"/>
            <a:ext cx="10973" cy="365760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49640" y="17830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Scans and protocol shifts
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caught only by the multivariate detectors — the volume monitors score zero.
</a:t>
            </a:r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ramps
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proposed detector's weak point: its own adaptation absorbs a gradual attack.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It holds on real traffic</a:t>
            </a:r>
            <a:endParaRPr lang="en-US" dirty="0"/>
          </a:p>
        </p:txBody>
      </p:sp>
      <p:pic>
        <p:nvPicPr>
          <p:cNvPr id="3" name="Image 0" descr="/home/claude/CN_Anomaly_Detection/report/deck_assets/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713232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737360"/>
            <a:ext cx="10973" cy="384048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496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Multivariate: ROC-AUC 0.999, recall 1.0.  Volume monitors miss most of it (recall 0.4).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easy volumetric case — even a fixed threshold is perfect; the multivariate detectors are close behind.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549640" y="5029200"/>
            <a:ext cx="283464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4964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 is ~1 hour and stationary, so adaptive ties static here — as the simulation predicts.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7548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earns its place — and what we cut</a:t>
            </a:r>
            <a:endParaRPr lang="en-US" dirty="0"/>
          </a:p>
        </p:txBody>
      </p:sp>
      <p:pic>
        <p:nvPicPr>
          <p:cNvPr id="3" name="Image 0" descr="/home/claude/CN_Anomaly_Detection/report/deck_assets/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58368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737360"/>
            <a:ext cx="10973" cy="2286000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92440" y="17830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update — essential.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→ 0.82 without it.
</a:t>
            </a:r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covariance — matters under drift.
</a:t>
            </a:r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CUSUM —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discarded.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092440" y="4023360"/>
            <a:ext cx="3383280" cy="10973"/>
          </a:xfrm>
          <a:prstGeom prst="rect">
            <a:avLst/>
          </a:prstGeom>
          <a:solidFill>
            <a:srgbClr val="CDD4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4206240"/>
            <a:ext cx="35661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 µs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7975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1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window — about 30,000 windows per second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0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showed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E7E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Multi-feature statistical scoring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E7ECEB"/>
                </a:solidFill>
              </a:rPr>
              <a:t> defeats non-volumetric attacks — in simulation and on real traffic.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E7E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adaptation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E7ECEB"/>
                </a:solidFill>
              </a:rPr>
              <a:t> ties the static baseline when traffic is steady and wins when it drifts. No training; 72 numbers of state.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85800" y="3520440"/>
            <a:ext cx="10820095" cy="10973"/>
          </a:xfrm>
          <a:prstGeom prst="rect">
            <a:avLst/>
          </a:prstGeom>
          <a:solidFill>
            <a:srgbClr val="3848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AEAD"/>
                </a:solidFill>
              </a:rPr>
              <a:t>Where it goes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233672"/>
            <a:ext cx="109728" cy="109728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real-data drift study on multi-day captures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690872"/>
            <a:ext cx="109728" cy="109728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617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two-timescale variant to fix the slow-ramp weakness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5148072"/>
            <a:ext cx="109728" cy="109728"/>
          </a:xfrm>
          <a:prstGeom prst="ellipse">
            <a:avLst/>
          </a:prstGeom>
          <a:solidFill>
            <a:srgbClr val="C774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incremental covariance inverse to scale to larger feature sets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7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5897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A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Hannish Reddi    B. Keshav    E. Sai Mohan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CBIT AI and 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A. Hannish Reddi, B. Keshav, E. Sai Mohan</dc:creator>
  <cp:lastModifiedBy>A. Hannish Reddi, B. Keshav, E. Sai Mohan</cp:lastModifiedBy>
  <cp:revision>1</cp:revision>
  <dcterms:created xsi:type="dcterms:W3CDTF">2026-10-15T12:23:56Z</dcterms:created>
  <dcterms:modified xsi:type="dcterms:W3CDTF">2026-10-15T12:23:56Z</dcterms:modified>
</cp:coreProperties>
</file>